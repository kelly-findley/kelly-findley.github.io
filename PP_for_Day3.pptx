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3" r:id="rId2"/>
    <p:sldId id="272" r:id="rId3"/>
    <p:sldId id="256" r:id="rId4"/>
    <p:sldId id="264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714"/>
    <a:srgbClr val="FA0EC7"/>
    <a:srgbClr val="AC249C"/>
    <a:srgbClr val="D23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91C37-CABC-4C82-809F-E6E9358A0F63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E0F80-DF4D-44AD-BBA8-869890472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98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Here I am planning to ask what are the possible outcomes we might have and how can we explain “outcome” in our own words?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E0F80-DF4D-44AD-BBA8-8698904729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76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may briefly talk about what event means for them and let them to give some examples.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E0F80-DF4D-44AD-BBA8-8698904729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77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836F-989B-496F-8C35-C50A78BAD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EDDAE-22C4-429F-9E43-CC623F3A3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A186A-5CD7-48E2-8D35-9CE24A9B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0F2D-9016-425E-A28E-75E98B9F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B22D1-F4A5-4673-8896-56069727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691A2-0F43-4101-8EE6-0CD067F4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28918-6BB9-468E-AA2D-8A575F46A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6E469-EDE5-4F46-B35B-4FCCA0060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7E6D-4D93-45A2-B546-97001613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A4D36-63BE-4C11-B77E-AEBDAF54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38B68-DB27-4D25-B00B-F3244A5E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41B16-8701-4965-B54C-3ECEDEBE2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99773-2C9C-43F9-98FF-B5EEEE212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0A510-1CF2-49AD-BAFA-4BF23CC1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2FEB94-37BC-4883-85B2-EE92CE28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26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BF3CD-805C-4516-A865-1592FA0A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19993-377F-4C83-8790-C42F9F8265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2E668-509E-4728-92D9-EA1C54971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BD64C-593B-452F-8A2E-4BDE80EC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A76F9-D076-4A94-A50C-7324B4A6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9FF92-98E1-49E9-AECF-AC9A5A744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0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A22F-48E4-4B94-9ACA-12549BD7A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2864F-FACB-40CC-A44A-2B1F8CE41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8DFFB-C3CA-433B-A6B1-A016E63A7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A832C-6BB3-4C54-81D5-603ADA0D4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51DC3-A791-4B60-9DFE-34CA52671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43355-0FA7-44DD-9F7E-84AE840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A1D8B-770E-493A-A33E-B0CB827F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86DE3-C95B-4985-ABC4-D47DF764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5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DF83-0433-4619-AB68-DFCB011F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AE7C7-425C-45A2-AC33-15183EB8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1B87C-E7F5-4762-8DB3-AC3DEB69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798B5-C9DF-48F0-82E8-05570E7C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7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77DFA-F40D-48F8-94EC-8441B65B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D64F9D-1821-4E18-BD6A-393D1409C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8E7C3-517B-4541-8D6A-E9EBF37B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0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B0BD-57E4-42E4-9F72-14ECC479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C8848-7A36-4DBF-96E3-26393B910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E02B-471F-4B6E-AD22-D8C56F4C6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4304F-CB71-43AB-8F93-41013279B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5228C-0C05-4C10-983E-B829E8A84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E6B57-22C3-4C48-8331-DB77E6D3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10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7D38-8FB4-4724-8366-82E652D6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84515-6C22-4125-8466-8F99EDF2B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B029A-C6BE-4F0D-9A20-0F707AD6A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01CCE-47D7-4DA1-B97B-1E78E224E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D0BAA-C7A0-4EAB-B12C-F8AB15E6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BA173-69B9-42C0-B867-D3B27B2B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95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7AB1-2838-4BD7-B1B1-420254570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1A573-2992-4FEB-92A3-EC471B228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A2B4F-0B96-4C34-A999-8A757E7E3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C6378-DDEB-43DF-B0ED-6EA3D30C3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12A12-4C70-43A9-A179-528902A5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CE1980-E35D-4D74-A2AB-0863C70F5D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2FC7C-6D9D-4751-86E4-F2BC88125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C67C-711C-4916-83F9-A1AB516BE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1D82-4DA8-4FE2-BAB5-F31594B9D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B94B1-DE7E-475E-8E6A-68592DC1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6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EDA55A-2C90-46EE-95E2-6F75A9FB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51A89-82BD-4D81-8872-EC0B693AA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360FE-A9F6-4AC3-B59C-DE656B558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D4E2C-59BA-4311-BD89-D3C5835B8B75}" type="datetimeFigureOut">
              <a:rPr lang="en-US" smtClean="0"/>
              <a:t>7/22/2017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108BE-9191-45AD-A5C9-280CA1C00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229D-A7C9-4057-84DF-B446DC286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10DA8-28EA-416C-A89A-F324A2C1F1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8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What comes to mind when you hear the word </a:t>
            </a:r>
            <a:r>
              <a:rPr lang="en-US" sz="4000" b="1" dirty="0"/>
              <a:t>outcome</a:t>
            </a:r>
            <a:r>
              <a:rPr lang="en-US" sz="4000" dirty="0"/>
              <a:t>?</a:t>
            </a:r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What comes to mind when you hear the word </a:t>
            </a:r>
            <a:r>
              <a:rPr lang="en-US" sz="4000" b="1" dirty="0"/>
              <a:t>event</a:t>
            </a:r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0719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Outcomes</a:t>
            </a:r>
            <a:r>
              <a:rPr lang="en-US" sz="3200" dirty="0"/>
              <a:t> are the building-block possibilities when we complete a trial. When we complete one trial, </a:t>
            </a:r>
            <a:r>
              <a:rPr lang="en-US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and only one outcome will occur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r>
              <a:rPr lang="en-US" sz="3200" dirty="0"/>
              <a:t>An </a:t>
            </a:r>
            <a:r>
              <a:rPr lang="en-US" sz="3200" b="1" dirty="0"/>
              <a:t>Event</a:t>
            </a:r>
            <a:r>
              <a:rPr lang="en-US" sz="3200" dirty="0"/>
              <a:t> is a group of one or more outcomes that we are interested in. </a:t>
            </a:r>
            <a:r>
              <a:rPr lang="en-US" sz="32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</a:t>
            </a:r>
            <a:r>
              <a:rPr lang="en-US" sz="3200" dirty="0"/>
              <a:t> define events, but we don’t define outcomes.</a:t>
            </a:r>
          </a:p>
        </p:txBody>
      </p:sp>
    </p:spTree>
    <p:extLst>
      <p:ext uri="{BB962C8B-B14F-4D97-AF65-F5344CB8AC3E}">
        <p14:creationId xmlns:p14="http://schemas.microsoft.com/office/powerpoint/2010/main" val="242915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0896-77FB-46BD-B732-4AAED417E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399" y="664297"/>
            <a:ext cx="9144000" cy="8334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What are the outcomes?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69DA44-418C-4196-8457-24D6413E8617}"/>
              </a:ext>
            </a:extLst>
          </p:cNvPr>
          <p:cNvGrpSpPr/>
          <p:nvPr/>
        </p:nvGrpSpPr>
        <p:grpSpPr>
          <a:xfrm>
            <a:off x="1219399" y="2128323"/>
            <a:ext cx="3838575" cy="4233195"/>
            <a:chOff x="1096367" y="1143104"/>
            <a:chExt cx="3838575" cy="42331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1C759A-B19D-41D5-81CE-A5D61DB7F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367" y="1143104"/>
              <a:ext cx="3838575" cy="423319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09E183-7D6B-447F-A53A-7C469FF3AE82}"/>
                </a:ext>
              </a:extLst>
            </p:cNvPr>
            <p:cNvSpPr/>
            <p:nvPr/>
          </p:nvSpPr>
          <p:spPr>
            <a:xfrm>
              <a:off x="2346325" y="2903538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1E4EEF-2B7B-4C12-9628-F2173C72D3A0}"/>
                </a:ext>
              </a:extLst>
            </p:cNvPr>
            <p:cNvSpPr/>
            <p:nvPr/>
          </p:nvSpPr>
          <p:spPr>
            <a:xfrm>
              <a:off x="3113087" y="3965011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428E608-E86C-4799-A5FD-9E0C709BFF70}"/>
                </a:ext>
              </a:extLst>
            </p:cNvPr>
            <p:cNvSpPr/>
            <p:nvPr/>
          </p:nvSpPr>
          <p:spPr>
            <a:xfrm>
              <a:off x="2008981" y="395958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28799FC-4845-4571-908A-1B21C631FFE9}"/>
                </a:ext>
              </a:extLst>
            </p:cNvPr>
            <p:cNvSpPr/>
            <p:nvPr/>
          </p:nvSpPr>
          <p:spPr>
            <a:xfrm>
              <a:off x="3584971" y="4586183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A0A207-EDE2-4E21-8725-E32ECEA41371}"/>
                </a:ext>
              </a:extLst>
            </p:cNvPr>
            <p:cNvSpPr/>
            <p:nvPr/>
          </p:nvSpPr>
          <p:spPr>
            <a:xfrm>
              <a:off x="3662710" y="4043259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F4D8D86-6692-4BB4-B6E9-3B7136D2C602}"/>
                </a:ext>
              </a:extLst>
            </p:cNvPr>
            <p:cNvSpPr/>
            <p:nvPr/>
          </p:nvSpPr>
          <p:spPr>
            <a:xfrm>
              <a:off x="1524000" y="4586183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72FD003-5716-49E1-A4C5-0BCD35401365}"/>
                </a:ext>
              </a:extLst>
            </p:cNvPr>
            <p:cNvSpPr/>
            <p:nvPr/>
          </p:nvSpPr>
          <p:spPr>
            <a:xfrm>
              <a:off x="3122858" y="4433324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7749870-6D37-44F6-891C-B8F0881A587C}"/>
                </a:ext>
              </a:extLst>
            </p:cNvPr>
            <p:cNvSpPr/>
            <p:nvPr/>
          </p:nvSpPr>
          <p:spPr>
            <a:xfrm>
              <a:off x="2641005" y="3625772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E0BA5FD-EEE9-4795-A24F-1ED1F79569A8}"/>
                </a:ext>
              </a:extLst>
            </p:cNvPr>
            <p:cNvSpPr/>
            <p:nvPr/>
          </p:nvSpPr>
          <p:spPr>
            <a:xfrm>
              <a:off x="1564481" y="3598811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FD37FC0-EB65-4C8E-8147-E8803E9203EC}"/>
                </a:ext>
              </a:extLst>
            </p:cNvPr>
            <p:cNvSpPr/>
            <p:nvPr/>
          </p:nvSpPr>
          <p:spPr>
            <a:xfrm>
              <a:off x="2019452" y="4457241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FC4829A-EFBE-40AF-87DB-691110FE294D}"/>
                </a:ext>
              </a:extLst>
            </p:cNvPr>
            <p:cNvSpPr/>
            <p:nvPr/>
          </p:nvSpPr>
          <p:spPr>
            <a:xfrm>
              <a:off x="1460699" y="3108273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0D2E6FD-A925-47C7-B262-23C470199D07}"/>
                </a:ext>
              </a:extLst>
            </p:cNvPr>
            <p:cNvSpPr/>
            <p:nvPr/>
          </p:nvSpPr>
          <p:spPr>
            <a:xfrm>
              <a:off x="2743894" y="468138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E479552-984C-4683-8F1D-AEA29D5806A5}"/>
                </a:ext>
              </a:extLst>
            </p:cNvPr>
            <p:cNvSpPr/>
            <p:nvPr/>
          </p:nvSpPr>
          <p:spPr>
            <a:xfrm>
              <a:off x="1290539" y="4116283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CA7BBF1-42AC-4CD8-8887-C7AB675EB514}"/>
                </a:ext>
              </a:extLst>
            </p:cNvPr>
            <p:cNvSpPr/>
            <p:nvPr/>
          </p:nvSpPr>
          <p:spPr>
            <a:xfrm>
              <a:off x="1826815" y="278980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BEE9FB-672A-47DA-B4F0-5D29F3B7C91F}"/>
                </a:ext>
              </a:extLst>
            </p:cNvPr>
            <p:cNvSpPr/>
            <p:nvPr/>
          </p:nvSpPr>
          <p:spPr>
            <a:xfrm>
              <a:off x="2031405" y="3409439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F1F9A89-8BC6-45FE-B723-472377EE2388}"/>
                </a:ext>
              </a:extLst>
            </p:cNvPr>
            <p:cNvSpPr/>
            <p:nvPr/>
          </p:nvSpPr>
          <p:spPr>
            <a:xfrm>
              <a:off x="2571155" y="4242156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473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B0896-77FB-46BD-B732-4AAED417E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849" y="1231414"/>
            <a:ext cx="10478422" cy="8334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What are events we could define?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69DA44-418C-4196-8457-24D6413E8617}"/>
              </a:ext>
            </a:extLst>
          </p:cNvPr>
          <p:cNvGrpSpPr/>
          <p:nvPr/>
        </p:nvGrpSpPr>
        <p:grpSpPr>
          <a:xfrm>
            <a:off x="855068" y="2044804"/>
            <a:ext cx="3179904" cy="3601253"/>
            <a:chOff x="1096367" y="1143104"/>
            <a:chExt cx="3838575" cy="42331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1C759A-B19D-41D5-81CE-A5D61DB7F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367" y="1143104"/>
              <a:ext cx="3838575" cy="4233195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09E183-7D6B-447F-A53A-7C469FF3AE82}"/>
                </a:ext>
              </a:extLst>
            </p:cNvPr>
            <p:cNvSpPr/>
            <p:nvPr/>
          </p:nvSpPr>
          <p:spPr>
            <a:xfrm>
              <a:off x="2346325" y="2903538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71E4EEF-2B7B-4C12-9628-F2173C72D3A0}"/>
                </a:ext>
              </a:extLst>
            </p:cNvPr>
            <p:cNvSpPr/>
            <p:nvPr/>
          </p:nvSpPr>
          <p:spPr>
            <a:xfrm>
              <a:off x="3113087" y="3965011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428E608-E86C-4799-A5FD-9E0C709BFF70}"/>
                </a:ext>
              </a:extLst>
            </p:cNvPr>
            <p:cNvSpPr/>
            <p:nvPr/>
          </p:nvSpPr>
          <p:spPr>
            <a:xfrm>
              <a:off x="2008981" y="395958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28799FC-4845-4571-908A-1B21C631FFE9}"/>
                </a:ext>
              </a:extLst>
            </p:cNvPr>
            <p:cNvSpPr/>
            <p:nvPr/>
          </p:nvSpPr>
          <p:spPr>
            <a:xfrm>
              <a:off x="3584971" y="4586183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6A0A207-EDE2-4E21-8725-E32ECEA41371}"/>
                </a:ext>
              </a:extLst>
            </p:cNvPr>
            <p:cNvSpPr/>
            <p:nvPr/>
          </p:nvSpPr>
          <p:spPr>
            <a:xfrm>
              <a:off x="3662710" y="4043259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F4D8D86-6692-4BB4-B6E9-3B7136D2C602}"/>
                </a:ext>
              </a:extLst>
            </p:cNvPr>
            <p:cNvSpPr/>
            <p:nvPr/>
          </p:nvSpPr>
          <p:spPr>
            <a:xfrm>
              <a:off x="1524000" y="4586183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72FD003-5716-49E1-A4C5-0BCD35401365}"/>
                </a:ext>
              </a:extLst>
            </p:cNvPr>
            <p:cNvSpPr/>
            <p:nvPr/>
          </p:nvSpPr>
          <p:spPr>
            <a:xfrm>
              <a:off x="3122858" y="4433324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7749870-6D37-44F6-891C-B8F0881A587C}"/>
                </a:ext>
              </a:extLst>
            </p:cNvPr>
            <p:cNvSpPr/>
            <p:nvPr/>
          </p:nvSpPr>
          <p:spPr>
            <a:xfrm>
              <a:off x="2641005" y="3625772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E0BA5FD-EEE9-4795-A24F-1ED1F79569A8}"/>
                </a:ext>
              </a:extLst>
            </p:cNvPr>
            <p:cNvSpPr/>
            <p:nvPr/>
          </p:nvSpPr>
          <p:spPr>
            <a:xfrm>
              <a:off x="1564481" y="3598811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FD37FC0-EB65-4C8E-8147-E8803E9203EC}"/>
                </a:ext>
              </a:extLst>
            </p:cNvPr>
            <p:cNvSpPr/>
            <p:nvPr/>
          </p:nvSpPr>
          <p:spPr>
            <a:xfrm>
              <a:off x="2019452" y="4457241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FC4829A-EFBE-40AF-87DB-691110FE294D}"/>
                </a:ext>
              </a:extLst>
            </p:cNvPr>
            <p:cNvSpPr/>
            <p:nvPr/>
          </p:nvSpPr>
          <p:spPr>
            <a:xfrm>
              <a:off x="1460699" y="3108273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0D2E6FD-A925-47C7-B262-23C470199D07}"/>
                </a:ext>
              </a:extLst>
            </p:cNvPr>
            <p:cNvSpPr/>
            <p:nvPr/>
          </p:nvSpPr>
          <p:spPr>
            <a:xfrm>
              <a:off x="2743894" y="468138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E479552-984C-4683-8F1D-AEA29D5806A5}"/>
                </a:ext>
              </a:extLst>
            </p:cNvPr>
            <p:cNvSpPr/>
            <p:nvPr/>
          </p:nvSpPr>
          <p:spPr>
            <a:xfrm>
              <a:off x="1290539" y="4116283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CA7BBF1-42AC-4CD8-8887-C7AB675EB514}"/>
                </a:ext>
              </a:extLst>
            </p:cNvPr>
            <p:cNvSpPr/>
            <p:nvPr/>
          </p:nvSpPr>
          <p:spPr>
            <a:xfrm>
              <a:off x="1826815" y="278980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FBEE9FB-672A-47DA-B4F0-5D29F3B7C91F}"/>
                </a:ext>
              </a:extLst>
            </p:cNvPr>
            <p:cNvSpPr/>
            <p:nvPr/>
          </p:nvSpPr>
          <p:spPr>
            <a:xfrm>
              <a:off x="2031405" y="3409439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F1F9A89-8BC6-45FE-B723-472377EE2388}"/>
                </a:ext>
              </a:extLst>
            </p:cNvPr>
            <p:cNvSpPr/>
            <p:nvPr/>
          </p:nvSpPr>
          <p:spPr>
            <a:xfrm>
              <a:off x="2571155" y="4242156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5531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What comes to mind when you hear the word </a:t>
            </a:r>
            <a:r>
              <a:rPr lang="en-US" sz="4000" b="1" dirty="0"/>
              <a:t>complement</a:t>
            </a:r>
            <a:r>
              <a:rPr lang="en-US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455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673383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The </a:t>
            </a:r>
            <a:r>
              <a:rPr lang="en-US" sz="3200" b="1" dirty="0"/>
              <a:t>complement</a:t>
            </a:r>
            <a:r>
              <a:rPr lang="en-US" sz="3200" dirty="0"/>
              <a:t> of an event is the set of left-over outcomes not included in that event</a:t>
            </a:r>
          </a:p>
          <a:p>
            <a:endParaRPr lang="en-US" sz="3200" dirty="0"/>
          </a:p>
          <a:p>
            <a:r>
              <a:rPr lang="en-US" sz="3200" dirty="0"/>
              <a:t>What is the complement of the event that we draw a blue?</a:t>
            </a:r>
          </a:p>
        </p:txBody>
      </p:sp>
      <p:grpSp>
        <p:nvGrpSpPr>
          <p:cNvPr id="4" name="Group 3">
            <a:extLst/>
          </p:cNvPr>
          <p:cNvGrpSpPr/>
          <p:nvPr/>
        </p:nvGrpSpPr>
        <p:grpSpPr>
          <a:xfrm>
            <a:off x="7284003" y="3025878"/>
            <a:ext cx="3179904" cy="3601253"/>
            <a:chOff x="1096367" y="1143104"/>
            <a:chExt cx="3838575" cy="4233195"/>
          </a:xfrm>
        </p:grpSpPr>
        <p:pic>
          <p:nvPicPr>
            <p:cNvPr id="5" name="Picture 4">
              <a:extLst/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367" y="1143104"/>
              <a:ext cx="3838575" cy="4233195"/>
            </a:xfrm>
            <a:prstGeom prst="rect">
              <a:avLst/>
            </a:prstGeom>
          </p:spPr>
        </p:pic>
        <p:sp>
          <p:nvSpPr>
            <p:cNvPr id="6" name="Oval 5">
              <a:extLst/>
            </p:cNvPr>
            <p:cNvSpPr/>
            <p:nvPr/>
          </p:nvSpPr>
          <p:spPr>
            <a:xfrm>
              <a:off x="2346325" y="2903538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Oval 6">
              <a:extLst/>
            </p:cNvPr>
            <p:cNvSpPr/>
            <p:nvPr/>
          </p:nvSpPr>
          <p:spPr>
            <a:xfrm>
              <a:off x="3113087" y="3965011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Oval 7">
              <a:extLst/>
            </p:cNvPr>
            <p:cNvSpPr/>
            <p:nvPr/>
          </p:nvSpPr>
          <p:spPr>
            <a:xfrm>
              <a:off x="2008981" y="395958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" name="Oval 8">
              <a:extLst/>
            </p:cNvPr>
            <p:cNvSpPr/>
            <p:nvPr/>
          </p:nvSpPr>
          <p:spPr>
            <a:xfrm>
              <a:off x="3584971" y="4586183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Oval 9">
              <a:extLst/>
            </p:cNvPr>
            <p:cNvSpPr/>
            <p:nvPr/>
          </p:nvSpPr>
          <p:spPr>
            <a:xfrm>
              <a:off x="3662710" y="4043259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" name="Oval 10">
              <a:extLst/>
            </p:cNvPr>
            <p:cNvSpPr/>
            <p:nvPr/>
          </p:nvSpPr>
          <p:spPr>
            <a:xfrm>
              <a:off x="1524000" y="4586183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" name="Oval 11">
              <a:extLst/>
            </p:cNvPr>
            <p:cNvSpPr/>
            <p:nvPr/>
          </p:nvSpPr>
          <p:spPr>
            <a:xfrm>
              <a:off x="3122858" y="4433324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Oval 12">
              <a:extLst/>
            </p:cNvPr>
            <p:cNvSpPr/>
            <p:nvPr/>
          </p:nvSpPr>
          <p:spPr>
            <a:xfrm>
              <a:off x="2641005" y="3625772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4" name="Oval 13">
              <a:extLst/>
            </p:cNvPr>
            <p:cNvSpPr/>
            <p:nvPr/>
          </p:nvSpPr>
          <p:spPr>
            <a:xfrm>
              <a:off x="1564481" y="3598811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5" name="Oval 14">
              <a:extLst/>
            </p:cNvPr>
            <p:cNvSpPr/>
            <p:nvPr/>
          </p:nvSpPr>
          <p:spPr>
            <a:xfrm>
              <a:off x="2019452" y="4457241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6" name="Oval 15">
              <a:extLst/>
            </p:cNvPr>
            <p:cNvSpPr/>
            <p:nvPr/>
          </p:nvSpPr>
          <p:spPr>
            <a:xfrm>
              <a:off x="1460699" y="3108273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" name="Oval 16">
              <a:extLst/>
            </p:cNvPr>
            <p:cNvSpPr/>
            <p:nvPr/>
          </p:nvSpPr>
          <p:spPr>
            <a:xfrm>
              <a:off x="2743894" y="468138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" name="Oval 17">
              <a:extLst/>
            </p:cNvPr>
            <p:cNvSpPr/>
            <p:nvPr/>
          </p:nvSpPr>
          <p:spPr>
            <a:xfrm>
              <a:off x="1290539" y="4116283"/>
              <a:ext cx="444500" cy="4699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" name="Oval 18">
              <a:extLst/>
            </p:cNvPr>
            <p:cNvSpPr/>
            <p:nvPr/>
          </p:nvSpPr>
          <p:spPr>
            <a:xfrm>
              <a:off x="1826815" y="2789802"/>
              <a:ext cx="444500" cy="46990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" name="Oval 19">
              <a:extLst/>
            </p:cNvPr>
            <p:cNvSpPr/>
            <p:nvPr/>
          </p:nvSpPr>
          <p:spPr>
            <a:xfrm>
              <a:off x="2031405" y="3409439"/>
              <a:ext cx="444500" cy="469900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Oval 20">
              <a:extLst/>
            </p:cNvPr>
            <p:cNvSpPr/>
            <p:nvPr/>
          </p:nvSpPr>
          <p:spPr>
            <a:xfrm>
              <a:off x="2571155" y="4242156"/>
              <a:ext cx="444500" cy="46990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581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222</Words>
  <Application>Microsoft Office PowerPoint</Application>
  <PresentationFormat>Widescreen</PresentationFormat>
  <Paragraphs>65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What are the outcomes?</vt:lpstr>
      <vt:lpstr>What are events we could define?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sebnem tekin</dc:creator>
  <cp:lastModifiedBy>Kelly Findley</cp:lastModifiedBy>
  <cp:revision>32</cp:revision>
  <dcterms:created xsi:type="dcterms:W3CDTF">2017-06-20T20:57:18Z</dcterms:created>
  <dcterms:modified xsi:type="dcterms:W3CDTF">2017-07-23T03:35:12Z</dcterms:modified>
</cp:coreProperties>
</file>